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8046720" y="1691640"/>
            <a:ext cx="3474720" cy="347472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6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2026-08-31T03:46:13Z</dcterms:created>
  <dcterms:modified xsi:type="dcterms:W3CDTF">2026-08-31T03:46:13Z</dcterms:modified>
</cp:coreProperties>
</file>