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5989320" y="2103120"/>
            <a:ext cx="2651760" cy="26517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96012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spc="16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157984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3800" dirty="0"/>
          </a:p>
          <a:p>
            <a:pPr eaLnBrk="0" latinLnBrk="0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777240" y="4023360"/>
            <a:ext cx="41605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40233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256032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256032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943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8288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2004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2004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999232"/>
            <a:ext cx="3977640" cy="1133856"/>
          </a:xfrm>
          <a:prstGeom prst="roundRect">
            <a:avLst>
              <a:gd name="adj" fmla="val 483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13232" y="3145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6210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148840" y="3200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4279392"/>
            <a:ext cx="3977640" cy="868680"/>
          </a:xfrm>
          <a:prstGeom prst="roundRect">
            <a:avLst>
              <a:gd name="adj" fmla="val 6316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13232" y="427939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1508760" y="42793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709160" y="1600200"/>
            <a:ext cx="397764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001768" y="1828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001768" y="277063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01768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22392" y="2286000"/>
            <a:ext cx="29718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001768" y="418795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01768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22392" y="3703320"/>
            <a:ext cx="29718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5321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329184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29184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6692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675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5720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45720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416052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78308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78308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78308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2834640" y="416052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310896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310896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10896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5400000">
            <a:off x="4242816" y="47320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7"/>
          <p:cNvSpPr/>
          <p:nvPr/>
        </p:nvSpPr>
        <p:spPr>
          <a:xfrm>
            <a:off x="4544568" y="4160520"/>
            <a:ext cx="41422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4764024" y="42885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충원 방안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4764024" y="4636008"/>
            <a:ext cx="1787652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10328" y="463600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586984" y="4636008"/>
            <a:ext cx="8366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679692" y="4636008"/>
            <a:ext cx="1787652" cy="658368"/>
          </a:xfrm>
          <a:prstGeom prst="roundRect">
            <a:avLst>
              <a:gd name="adj" fmla="val 8333"/>
            </a:avLst>
          </a:prstGeom>
          <a:solidFill>
            <a:srgbClr val="E8EFFC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825996" y="463600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7502652" y="4636008"/>
            <a:ext cx="8366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12064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rot="5400000">
            <a:off x="1920240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2167128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70048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67004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221992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 rot="5400000">
            <a:off x="3630168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3877056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79976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7997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922776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 rot="5400000">
            <a:off x="5340096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4" name="Shape 21"/>
          <p:cNvSpPr/>
          <p:nvPr/>
        </p:nvSpPr>
        <p:spPr>
          <a:xfrm>
            <a:off x="5586984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89904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089904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32704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41848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 rot="5400000">
            <a:off x="7050024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30" name="Shape 27"/>
          <p:cNvSpPr/>
          <p:nvPr/>
        </p:nvSpPr>
        <p:spPr>
          <a:xfrm>
            <a:off x="7296912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799832" y="2112264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9983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342632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351776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57200" y="48646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1520" y="4864608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 rot="5400000">
            <a:off x="1920240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167128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70048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70048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221992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 rot="5400000">
            <a:off x="3630168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3877056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79976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79976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950208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100" dirty="0"/>
          </a:p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340096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5586984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9904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89904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660136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5660136" y="3383280"/>
            <a:ext cx="12435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950" dirty="0"/>
          </a:p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950" dirty="0"/>
          </a:p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 rot="5400000">
            <a:off x="7050024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7296912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799832" y="2002536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99832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70064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7351776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100" dirty="0"/>
          </a:p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956048"/>
            <a:ext cx="3977640" cy="822960"/>
          </a:xfrm>
          <a:prstGeom prst="roundRect">
            <a:avLst>
              <a:gd name="adj" fmla="val 6667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694944" y="5047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94944" y="5340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709160" y="4956048"/>
            <a:ext cx="3977640" cy="822960"/>
          </a:xfrm>
          <a:prstGeom prst="roundRect">
            <a:avLst>
              <a:gd name="adj" fmla="val 6667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4946904" y="5047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4946904" y="5340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1단계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7200" y="2011680"/>
            <a:ext cx="38404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30428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32688" y="2212848"/>
            <a:ext cx="3072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31520" y="30906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32688" y="2999232"/>
            <a:ext cx="3072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069080"/>
            <a:ext cx="384048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152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5171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1664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572000" y="201168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36592" y="218084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36592" y="21808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175504" y="203911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0" y="278892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736592" y="295808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36592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175504" y="281635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0" y="356616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736592" y="373532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736592" y="37353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175504" y="359359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0" y="434340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736592" y="451256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36592" y="45125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175504" y="437083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2단계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38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43000"/>
                <a:gridCol w="114300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303520" y="2286000"/>
            <a:ext cx="3383280" cy="2322576"/>
          </a:xfrm>
          <a:prstGeom prst="roundRect">
            <a:avLst>
              <a:gd name="adj" fmla="val 236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5541264" y="243230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350" dirty="0"/>
          </a:p>
          <a:p>
            <a:pPr eaLnBrk="0" latinLnBrk="0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5541264" y="32095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724144" y="31272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541264" y="36667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724144" y="35844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541264" y="41239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724144" y="40416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57200" y="502920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40080" y="5029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3단계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38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43000"/>
                <a:gridCol w="1143000"/>
              </a:tblGrid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58064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58064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3268980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457200" y="3849624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457200" y="4430268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5303520" y="2286000"/>
            <a:ext cx="338328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541264" y="246888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4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5760720" y="2761488"/>
          <a:ext cx="246888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Shape 18"/>
          <p:cNvSpPr/>
          <p:nvPr/>
        </p:nvSpPr>
        <p:spPr>
          <a:xfrm>
            <a:off x="5669280" y="427939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943600" y="42062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7132320" y="42062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669280" y="4590288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ADCFC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5943600" y="451713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132320" y="45171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5541264" y="484632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5541264" y="512064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</a:t>
            </a:r>
            <a:endParaRPr lang="en-US" sz="1050" dirty="0"/>
          </a:p>
          <a:p>
            <a:pPr eaLnBrk="0" latinLnBrk="0"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4단계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824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eaLnBrk="0" latinLnBrk="0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검증내용  </a:t>
            </a:r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20848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457200" y="2450592"/>
            <a:ext cx="3108960" cy="164592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94944" y="261518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1536192" y="2615184"/>
            <a:ext cx="1792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050" dirty="0"/>
          </a:p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94944" y="32918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36192" y="3291840"/>
            <a:ext cx="1792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050" dirty="0"/>
          </a:p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2084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2450592"/>
          <a:ext cx="4846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46304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4681728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31520" y="4681728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1920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920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206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4206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92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492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100" dirty="0"/>
          </a:p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9184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6616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661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358444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1908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86460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0080" y="486460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80894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63774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763774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2763774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4588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87468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887468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887468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28282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11162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11162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7011162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078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57200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7200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580894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580894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2580894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04588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04588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04588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828282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28282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828282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2026-08-31T05:00:11Z</dcterms:created>
  <dcterms:modified xsi:type="dcterms:W3CDTF">2026-08-31T05:00:11Z</dcterms:modified>
</cp:coreProperties>
</file>