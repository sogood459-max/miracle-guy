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8046720" y="1691640"/>
            <a:ext cx="3474720" cy="347472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eaLnBrk="0" latinLnBrk="0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76656"/>
                <a:gridCol w="682782"/>
                <a:gridCol w="682782"/>
                <a:gridCol w="682782"/>
                <a:gridCol w="682782"/>
                <a:gridCol w="1143000"/>
                <a:gridCol w="682782"/>
                <a:gridCol w="682782"/>
                <a:gridCol w="682782"/>
                <a:gridCol w="682782"/>
                <a:gridCol w="682782"/>
                <a:gridCol w="1783080"/>
              </a:tblGrid>
              <a:tr h="365760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65760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7665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" y="4224528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58368" y="4645152"/>
            <a:ext cx="1335024" cy="1335024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58368" y="4882896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212080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993392" y="4645152"/>
            <a:ext cx="3657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0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359152" y="4645152"/>
            <a:ext cx="1335024" cy="1335024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2359152" y="4882896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359152" y="5212080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3694176" y="4645152"/>
            <a:ext cx="3657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0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4059936" y="4645152"/>
            <a:ext cx="1335024" cy="1335024"/>
          </a:xfrm>
          <a:prstGeom prst="roundRect">
            <a:avLst>
              <a:gd name="adj" fmla="val 4795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59936" y="4882896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059936" y="5212080"/>
            <a:ext cx="1335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400" dirty="0"/>
          </a:p>
        </p:txBody>
      </p:sp>
      <p:sp>
        <p:nvSpPr>
          <p:cNvPr id="20" name="Shape 16"/>
          <p:cNvSpPr/>
          <p:nvPr/>
        </p:nvSpPr>
        <p:spPr>
          <a:xfrm rot="5400000">
            <a:off x="5522976" y="5202936"/>
            <a:ext cx="219456" cy="219456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7"/>
          <p:cNvSpPr/>
          <p:nvPr/>
        </p:nvSpPr>
        <p:spPr>
          <a:xfrm>
            <a:off x="5870448" y="4645152"/>
            <a:ext cx="5815584" cy="1335024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126480" y="479145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충원 방안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26480" y="5157216"/>
            <a:ext cx="2569464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09360" y="5157216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7150608" y="5157216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8860536" y="5157216"/>
            <a:ext cx="2569464" cy="658368"/>
          </a:xfrm>
          <a:prstGeom prst="roundRect">
            <a:avLst>
              <a:gd name="adj" fmla="val 9722"/>
            </a:avLst>
          </a:prstGeom>
          <a:solidFill>
            <a:srgbClr val="E8EFF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9043416" y="5157216"/>
            <a:ext cx="822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200" dirty="0"/>
          </a:p>
        </p:txBody>
      </p:sp>
      <p:sp>
        <p:nvSpPr>
          <p:cNvPr id="28" name="Text 24"/>
          <p:cNvSpPr txBox="1"/>
          <p:nvPr/>
        </p:nvSpPr>
        <p:spPr>
          <a:xfrm>
            <a:off x="9884664" y="5157216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eaLnBrk="0" latinLnBrk="0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eaLnBrk="0" latinLnBrk="0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eaLnBrk="0" latinLnBrk="0"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eaLnBrk="0" latinLnBrk="0"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5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eaLnBrk="0" latinLnBrk="0"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eaLnBrk="0" latinLnBrk="0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eaLnBrk="0" latinLnBrk="0"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eaLnBrk="0" latinLnBrk="0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2026-08-31T04:17:15Z</dcterms:created>
  <dcterms:modified xsi:type="dcterms:W3CDTF">2026-08-31T04:17:15Z</dcterms:modified>
</cp:coreProperties>
</file>