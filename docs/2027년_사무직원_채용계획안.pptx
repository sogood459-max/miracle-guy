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1188720"/>
          <a:ext cx="7132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  <a:gridCol w="21031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  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 및 채용 사유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직원 현황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계획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절차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1단계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전형 (1차)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2단계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업무적성 및 심층면접 (2차)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3단계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4단계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기타 사항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계획 요약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05840" y="56692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5 ~ 8은 전형 4단계에 해당함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2026-09-01T04:07:29Z</dcterms:created>
  <dcterms:modified xsi:type="dcterms:W3CDTF">2026-09-01T04:07:29Z</dcterms:modified>
</cp:coreProperties>
</file>