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Shape 1"/>
          <p:cNvSpPr/>
          <p:nvPr/>
        </p:nvSpPr>
        <p:spPr>
          <a:xfrm>
            <a:off x="10149840" y="4114800"/>
            <a:ext cx="2926080" cy="29260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정석고등학교 (24학급)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6" name="Shape 14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2" name="Shape 20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8" name="Shape 26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9" name="Shape 7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1" name="Shape 19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7" name="Shape 25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01  APPLICATION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02  DOCUMENT SCREENING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03  INTERVIEW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8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04  VERIFICATION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119104" y="512064"/>
            <a:ext cx="475488" cy="47548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119104" y="51206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743200"/>
            <a:ext cx="4754880" cy="4754880"/>
          </a:xfrm>
          <a:prstGeom prst="ellipse">
            <a:avLst/>
          </a:prstGeom>
          <a:solidFill>
            <a:srgbClr val="141B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정석고등학교 · 기술·관리운영직(9급) 1명 공개채용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정석고등학교</dc:creator>
  <cp:lastModifiedBy>정석고등학교</cp:lastModifiedBy>
  <cp:revision>1</cp:revision>
  <dcterms:created xsi:type="dcterms:W3CDTF">2026-08-28T23:30:21Z</dcterms:created>
  <dcterms:modified xsi:type="dcterms:W3CDTF">2026-08-28T23:30:21Z</dcterms:modified>
</cp:coreProperties>
</file>