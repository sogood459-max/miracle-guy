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929384"/>
            <a:ext cx="8229600" cy="1929384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6110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6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600" dirty="0"/>
          </a:p>
        </p:txBody>
      </p:sp>
      <p:pic>
        <p:nvPicPr>
          <p:cNvPr id="7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201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201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201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201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pic>
        <p:nvPicPr>
          <p:cNvPr id="4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01168"/>
            <a:ext cx="713232" cy="3054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2026-09-01T03:49:55Z</dcterms:created>
  <dcterms:modified xsi:type="dcterms:W3CDTF">2026-09-01T03:49:55Z</dcterms:modified>
</cp:coreProperties>
</file>