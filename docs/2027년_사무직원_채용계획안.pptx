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2027년 사무직원 채용 계획(안)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3101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600" dirty="0">
                <a:solidFill>
                  <a:srgbClr val="263F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600" dirty="0"/>
          </a:p>
        </p:txBody>
      </p:sp>
      <p:pic>
        <p:nvPicPr>
          <p:cNvPr id="4" name="Image 0" descr="정석항공과학고등학교 엠블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9232" y="4736592"/>
            <a:ext cx="658368" cy="6583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785616" y="473659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56032"/>
            <a:ext cx="713232" cy="3054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7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1. 채용 인원 및 채용 사유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인원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938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사유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286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22860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9626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2962656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개요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78224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1280160"/>
                <a:gridCol w="1554480"/>
                <a:gridCol w="164592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457200" y="49743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56032"/>
            <a:ext cx="713232" cy="3054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- 2 -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7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2. 직원 현황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일반직 정원 및 현원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1060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(인건비 교육청 지원, 단위 : 명)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92770"/>
                <a:gridCol w="492770"/>
                <a:gridCol w="492770"/>
                <a:gridCol w="492770"/>
                <a:gridCol w="914400"/>
                <a:gridCol w="492770"/>
                <a:gridCol w="492770"/>
                <a:gridCol w="492770"/>
                <a:gridCol w="492770"/>
                <a:gridCol w="492770"/>
                <a:gridCol w="1417320"/>
              </a:tblGrid>
              <a:tr h="292608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12064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33467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3803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결원 3명 충원 방안</a:t>
            </a:r>
            <a:endParaRPr lang="en-US" sz="14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9664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920240"/>
                <a:gridCol w="1920240"/>
              </a:tblGrid>
              <a:tr h="310896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</a:tr>
              <a:tr h="31089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기간제 운영 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57200" y="53583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결원 3명 = 공개채용 1명 + 기간제 운영 2명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56032"/>
            <a:ext cx="713232" cy="3054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- 3 -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7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3. 채용 계획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절차 및 일정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9377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 rot="5400000">
            <a:off x="194310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214884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0370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14884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8541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 rot="5400000">
            <a:off x="363474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384048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9534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84048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7705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 rot="5400000">
            <a:off x="532638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553212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58698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53212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6869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 rot="5400000">
            <a:off x="701802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6" name="Shape 23"/>
          <p:cNvSpPr/>
          <p:nvPr/>
        </p:nvSpPr>
        <p:spPr>
          <a:xfrm>
            <a:off x="722376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7862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22376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26033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1·2차 전형은 2026. 12월 초 실시하며, 최종합격 예정자는 법인 임용 제청을 거쳐 2027. 1. 1. 임용 예정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56032"/>
            <a:ext cx="713232" cy="3054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- 4 -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7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4. 전형 절차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 단계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9377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 rot="5400000">
            <a:off x="194310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214884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0370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14884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8541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 rot="5400000">
            <a:off x="363474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384048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9534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84048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7705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 rot="5400000">
            <a:off x="532638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553212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58698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53212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6869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결격사유·성범죄 조회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 rot="5400000">
            <a:off x="701802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6" name="Shape 23"/>
          <p:cNvSpPr/>
          <p:nvPr/>
        </p:nvSpPr>
        <p:spPr>
          <a:xfrm>
            <a:off x="722376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7862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 결정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22376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26033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38770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전형별 배점 및 합격배수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42816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  <a:gridCol w="1280160"/>
                <a:gridCol w="164592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지원자격 요건 및 자기소개서 작성 성실도 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면접전형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응시원서·자기소개서를 기초로 업무 적합성 종합평가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전형결과 합산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56032"/>
            <a:ext cx="713232" cy="3054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- 5 -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7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5. 지원서 접수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029200" y="329184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/ 4단계 ]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지원 자격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170078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395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응시원서 입력 항목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274320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30540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305409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(800자 이내)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419856"/>
          <a:ext cx="7772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0408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자기소개서 문 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성장배경, 본인 성격의 장·단점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(본교에 지원하게 된 이유와 응시 직종에 본인이 적합하다고 판단되는 이유)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입사 후 포부 및 직무 수행 계획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내 갈등 상황과 이를 해결하기 위한 노력 및 극복했던 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56032"/>
            <a:ext cx="713232" cy="3054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- 6 -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7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6. 서류 전형 (1차)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029200" y="329184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/ 4단계 ]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지원자격 요건 및 자기소개서 작성 성실도 등을 평가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행정실장 1명, 외부위원 1명)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자기소개서 불성실 작성자 탈락 기준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932688" y="552297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1133856" y="552297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56032"/>
            <a:ext cx="713232" cy="3054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- 7 -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7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7. 업무적성 및 심층면접 (2차)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029200" y="329184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/ 4단계 ]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응시원서 및 자기소개서를 기초로 업무 적합성을 종합평가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법인관계자 1명, 외부위원 1명)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합산(총 100점)하여 최고득점자 순으로 2배수 내외의 최종합격 예정자를 선정함.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56032"/>
            <a:ext cx="713232" cy="3054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- 8 -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7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8. 결격사유 검증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029200" y="329184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/ 4단계 ]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검증 대상 및 내용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대상자 : 최종합격 예정자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검증내용 : 임용 결격사유 해당 여부 확인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채용신체검사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7772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4008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시행근거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 인사 규정 (신규임용자 구비서류)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공무원 채용신체검사 규정 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결격사유조회 및 범죄경력조회</a:t>
            </a:r>
            <a:endParaRPr lang="en-US" sz="14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78224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2860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 관한 법률」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457200" y="55412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검증 3종 : 채용신체검사 · 결격사유 조회 · 성범죄 및 아동학대 범죄전력 조회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56032"/>
            <a:ext cx="713232" cy="3054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- 9 -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7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9. 기타 사항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3898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97510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237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예비합격자 운영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8712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287121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가점 적용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00507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7914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56032"/>
            <a:ext cx="713232" cy="3054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- 10 -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7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10. 채용 계획 요약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요약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81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 1명 (공개채용)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사유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 정원 8명 대비 현원 5명, 결원 3명 발생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= 공개채용 1명 + 기간제 운영 2명(증치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서류전형(30점, 5배수) → 2차 업무적성 및 심층면접(70점, 2배수)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합산 총 100점, 최고득점자 순 2배수 내외 최종합격 예정자 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채용신체검사 · 결격사유 조회 · 성범죄 및 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 (법인 임용 제청)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일정</a:t>
            </a:r>
            <a:endParaRPr lang="en-US" sz="14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46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9월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11월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12월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교육청 사전협의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및 계획(안) 보고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채용공고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지원서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2026-09-01T03:40:56Z</dcterms:created>
  <dcterms:modified xsi:type="dcterms:W3CDTF">2026-09-01T03:40:56Z</dcterms:modified>
</cp:coreProperties>
</file>