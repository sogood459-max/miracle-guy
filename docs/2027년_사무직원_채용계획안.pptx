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 — 채용 인원 및 사유부터 채용 계획 요약까지 10개 항목으로 구성되며, 5~8은 전형 4단계에 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976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2026.  9.</a:t>
            </a:r>
            <a:endParaRPr lang="en-US" sz="1700" dirty="0"/>
          </a:p>
        </p:txBody>
      </p:sp>
      <p:pic>
        <p:nvPicPr>
          <p:cNvPr id="8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[ 목     차 ]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2984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 채용 인원 및 채용 사유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 직원 현황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1762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 채용 계획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26151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 전형 절차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0540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 지원서 접수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30540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]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49300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 서류 전형 (1차)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349300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]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931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 업무적성 및 심층면접 (2차)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9319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708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 결격사유 검증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43708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]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809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 기타 사항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2486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 채용 계획 요약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- 11 -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2026-09-01T03:59:05Z</dcterms:created>
  <dcterms:modified xsi:type="dcterms:W3CDTF">2026-09-01T03:59:05Z</dcterms:modified>
</cp:coreProperties>
</file>