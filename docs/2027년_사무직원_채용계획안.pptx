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 — 채용 인원 및 사유부터 채용 계획 요약까지 10개 항목으로 구성되며, 5~8은 전형 4단계에 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976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2026.  9.</a:t>
            </a:r>
            <a:endParaRPr lang="en-US" sz="1700" dirty="0"/>
          </a:p>
        </p:txBody>
      </p:sp>
      <p:pic>
        <p:nvPicPr>
          <p:cNvPr id="8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[ 목     차 ]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051560" y="1188720"/>
            <a:ext cx="7040880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9848" y="2944368"/>
            <a:ext cx="7004304" cy="1609344"/>
          </a:xfrm>
          <a:prstGeom prst="rect">
            <a:avLst/>
          </a:prstGeom>
          <a:solidFill>
            <a:srgbClr val="EFF9FC"/>
          </a:solidFill>
          <a:ln w="6350">
            <a:solidFill>
              <a:srgbClr val="EFF9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389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3898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7922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7922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968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5968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9992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2999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999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]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401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34015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4015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]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03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8039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]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96596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]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60857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965960" y="4608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50109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50109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 요약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57607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5 ~ 8은 전형 4단계에 해당함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371600" y="2761488"/>
            <a:ext cx="4912431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457200" y="4937760"/>
            <a:ext cx="82296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34" name="Text 30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914400" y="4096512"/>
            <a:ext cx="77724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914400" y="4498848"/>
            <a:ext cx="77724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9" name="Shape 16"/>
          <p:cNvSpPr/>
          <p:nvPr/>
        </p:nvSpPr>
        <p:spPr>
          <a:xfrm>
            <a:off x="914400" y="4864608"/>
            <a:ext cx="77724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914400" y="3163824"/>
            <a:ext cx="45720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914400" y="3493008"/>
            <a:ext cx="45720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914400" y="3822192"/>
            <a:ext cx="45720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914400" y="3163824"/>
            <a:ext cx="45720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914400" y="3493008"/>
            <a:ext cx="45720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914400" y="3822192"/>
            <a:ext cx="45720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914400" y="3182112"/>
            <a:ext cx="77724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914400" y="4956048"/>
            <a:ext cx="54864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2103120"/>
            <a:ext cx="82296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457200" y="2487168"/>
            <a:ext cx="82296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457200" y="2871216"/>
            <a:ext cx="82296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457200" y="3255264"/>
            <a:ext cx="82296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457200" y="3639312"/>
            <a:ext cx="82296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457200" y="4023360"/>
            <a:ext cx="82296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2026-09-01T04:24:03Z</dcterms:created>
  <dcterms:modified xsi:type="dcterms:W3CDTF">2026-09-01T04:24:03Z</dcterms:modified>
</cp:coreProperties>
</file>