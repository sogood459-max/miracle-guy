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8046720" y="1691640"/>
            <a:ext cx="3474720" cy="347472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eaLnBrk="0" latinLnBrk="0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76656"/>
                <a:gridCol w="682782"/>
                <a:gridCol w="682782"/>
                <a:gridCol w="682782"/>
                <a:gridCol w="682782"/>
                <a:gridCol w="1143000"/>
                <a:gridCol w="682782"/>
                <a:gridCol w="682782"/>
                <a:gridCol w="682782"/>
                <a:gridCol w="682782"/>
                <a:gridCol w="682782"/>
                <a:gridCol w="1783080"/>
              </a:tblGrid>
              <a:tr h="365760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65760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7665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8368" y="4224528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58368" y="4901184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58368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3400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52928" y="4901184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852928" y="53400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5047488" y="4901184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047488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047488" y="53400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7242048" y="4901184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242048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242048" y="53400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9436608" y="4901184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9436608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9436608" y="53400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eaLnBrk="0" latinLnBrk="0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eaLnBrk="0" latinLnBrk="0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eaLnBrk="0" latinLnBrk="0"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5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eaLnBrk="0" latinLnBrk="0"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eaLnBrk="0" latinLnBrk="0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eaLnBrk="0" latinLnBrk="0"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2026-08-31T04:08:45Z</dcterms:created>
  <dcterms:modified xsi:type="dcterms:W3CDTF">2026-08-31T04:08:45Z</dcterms:modified>
</cp:coreProperties>
</file>