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 — 채용 인원 및 사유부터 채용 계획 요약까지 10개 항목으로 구성되며, 5~8은 전형 4단계에 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[ 목     차 ]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51560" y="1188720"/>
            <a:ext cx="7040880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9848" y="2944368"/>
            <a:ext cx="7004304" cy="1609344"/>
          </a:xfrm>
          <a:prstGeom prst="rect">
            <a:avLst/>
          </a:prstGeom>
          <a:solidFill>
            <a:srgbClr val="EFF9FC"/>
          </a:solidFill>
          <a:ln w="6350">
            <a:solidFill>
              <a:srgbClr val="EFF9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389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3898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7922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7922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968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5968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9992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2999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999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]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401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34015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4015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]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03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8039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]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96596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]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60857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965960" y="4608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0109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50109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 요약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57607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5 ~ 8은 전형 4단계에 해당함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2026-09-01T04:30:21Z</dcterms:created>
  <dcterms:modified xsi:type="dcterms:W3CDTF">2026-09-01T04:30:21Z</dcterms:modified>
</cp:coreProperties>
</file>