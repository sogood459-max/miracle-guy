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 — 채용 인원 및 사유부터 채용 계획 요약까지 10개 항목으로 구성되며, 5~8은 전형 4단계에 해당합니다.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929384"/>
            <a:ext cx="9144000" cy="192938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212848"/>
            <a:ext cx="8229600" cy="841248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38100" dir="2700000">
              <a:srgbClr val="000000">
                <a:alpha val="43000"/>
              </a:srgbClr>
            </a:outerShdw>
          </a:effectLst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2027년 사무직원 채용 계획(안)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272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29768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700" dirty="0">
                <a:solidFill>
                  <a:srgbClr val="263F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2026.  9.</a:t>
            </a:r>
            <a:endParaRPr lang="en-US" sz="1700" dirty="0"/>
          </a:p>
        </p:txBody>
      </p:sp>
      <p:pic>
        <p:nvPicPr>
          <p:cNvPr id="8" name="Image 0" descr="정석항공과학고등학교 엠블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99232" y="5175504"/>
            <a:ext cx="658368" cy="6583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785616" y="51755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[ 목     차 ]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2984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 채용 인원 및 채용 사유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373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 직원 현황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17627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 채용 계획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151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 전형 절차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305409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 지원서 접수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305409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1단계 ]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49300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 서류 전형 (1차)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349300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2단계 ]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9319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 업무적성 및 심층면접 (2차)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39319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3단계 ]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3708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 결격사유 검증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43708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4단계 ]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80974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 기타 사항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524865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 채용 계획 요약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1. 채용 인원 및 채용 사유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인원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38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사유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2860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28600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9626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62656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개요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78224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1280160"/>
                <a:gridCol w="1554480"/>
                <a:gridCol w="164592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457200" y="497433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2. 직원 현황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일반직 정원 및 현원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060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(인건비 교육청 지원, 단위 : 명)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92770"/>
                <a:gridCol w="492770"/>
                <a:gridCol w="492770"/>
                <a:gridCol w="492770"/>
                <a:gridCol w="914400"/>
                <a:gridCol w="492770"/>
                <a:gridCol w="492770"/>
                <a:gridCol w="492770"/>
                <a:gridCol w="492770"/>
                <a:gridCol w="492770"/>
                <a:gridCol w="1417320"/>
              </a:tblGrid>
              <a:tr h="292608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12064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3467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03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결원 3명 충원 방안</a:t>
            </a:r>
            <a:endParaRPr lang="en-US" sz="14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9664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920240"/>
                <a:gridCol w="1920240"/>
              </a:tblGrid>
              <a:tr h="310896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</a:tr>
              <a:tr h="31089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기간제 운영 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57200" y="53583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결원 3명 = 공개채용 1명 + 기간제 운영 2명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3. 채용 계획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절차 및 일정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194310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214884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0370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14884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8541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63474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048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9534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84048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7705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 rot="5400000">
            <a:off x="532638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553212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8698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53212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6869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 rot="5400000">
            <a:off x="701802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722376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7862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22376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6033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1·2차 전형은 2026. 12월 초 실시하며, 최종합격 예정자는 법인 임용 제청을 거쳐 2027. 1. 1. 임용 예정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4. 전형 절차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 단계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194310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214884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0370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14884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8541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63474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048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9534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84048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7705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 rot="5400000">
            <a:off x="532638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553212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8698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53212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6869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결격사유·성범죄 조회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 rot="5400000">
            <a:off x="701802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722376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7862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 결정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22376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6033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770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전형별 배점 및 합격배수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42816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  <a:gridCol w="1280160"/>
                <a:gridCol w="164592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지원자격 요건 및 자기소개서 작성 성실도 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면접전형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응시원서·자기소개서를 기초로 업무 적합성 종합평가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전형결과 합산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</a:tbl>
          </a:graphicData>
        </a:graphic>
      </p:graphicFrame>
      <p:sp>
        <p:nvSpPr>
          <p:cNvPr id="33" name="Text 29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5. 지원서 접수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1단계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지원 자격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395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응시원서 입력 항목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743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74320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30540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05409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(800자 이내)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419856"/>
          <a:ext cx="7772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0408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자기소개서 문 항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성장배경, 본인 성격의 장·단점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(본교에 지원하게 된 이유와 응시 직종에 본인이 적합하다고 판단되는 이유)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입사 후 포부 및 직무 수행 계획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내 갈등 상황과 이를 해결하기 위한 노력 및 극복했던 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6. 서류 전형 (1차)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2단계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지원자격 요건 및 자기소개서 작성 성실도 등을 평가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행정실장 1명, 외부위원 1명)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자기소개서 불성실 작성자 탈락 기준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932688" y="552297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133856" y="552297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7. 업무적성 및 심층면접 (2차)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3단계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응시원서 및 자기소개서를 기초로 업무 적합성을 종합평가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법인관계자 1명, 외부위원 1명)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합산(총 100점)하여 최고득점자 순으로 2배수 내외의 최종합격 예정자를 선정함.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8. 결격사유 검증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4단계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검증 대상 및 내용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대상자 : 최종합격 예정자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검증내용 : 임용 결격사유 해당 여부 확인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채용신체검사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7772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4008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시행근거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 인사 규정 (신규임용자 구비서류)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공무원 채용신체검사 규정 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결격사유조회 및 범죄경력조회</a:t>
            </a:r>
            <a:endParaRPr lang="en-US" sz="14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078224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2860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 관한 법률」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457200" y="55412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검증 3종 : 채용신체검사 · 결격사유 조회 · 성범죄 및 아동학대 범죄전력 조회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9. 기타 사항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3898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975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97510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5237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예비합격자 운영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8712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87121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가점 적용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00507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914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10. 채용 계획 요약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요약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817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 1명 (공개채용)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사유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 정원 8명 대비 현원 5명, 결원 3명 발생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= 공개채용 1명 + 기간제 운영 2명(증치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서류전형(30점, 5배수) → 2차 업무적성 및 심층면접(70점, 2배수)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합산 총 100점, 최고득점자 순 2배수 내외 최종합격 예정자 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채용신체검사 · 결격사유 조회 · 성범죄 및 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 (법인 임용 제청)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일정</a:t>
            </a:r>
            <a:endParaRPr lang="en-US" sz="14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463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9월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11월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12월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교육청 사전협의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및 계획(안) 보고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채용공고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지원서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2026-09-01T04:01:50Z</dcterms:created>
  <dcterms:modified xsi:type="dcterms:W3CDTF">2026-09-01T04:01:50Z</dcterms:modified>
</cp:coreProperties>
</file>