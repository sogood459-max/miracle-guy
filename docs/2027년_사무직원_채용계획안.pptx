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680960" y="1097280"/>
            <a:ext cx="4023360" cy="40233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2026-08-31T00:57:55Z</dcterms:created>
  <dcterms:modified xsi:type="dcterms:W3CDTF">2026-08-31T00:57:55Z</dcterms:modified>
</cp:coreProperties>
</file>