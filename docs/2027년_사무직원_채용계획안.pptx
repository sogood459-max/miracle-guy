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11개 항목과 별첨으로 구성되며, 6~9는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행정직 4명, 기술·관리운영직 1명으로 총 현원 5명입니다.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별첨 1 — 인하부고·인하부중·정석고 3개교의 인건비 국고 지원 정원 및 현원입니다. 결원 3명은 모두 정석고에서 발생했습니다.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별첨 2 — 3개교의 정규직·계약직 현황입니다. 정규직 정원 17명 대비 현원 14명으로 결원 3명, 계약직 15명을 포함한 총원은 30명입니다.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51560" y="1188720"/>
            <a:ext cx="7040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9848" y="3127248"/>
            <a:ext cx="7004304" cy="1463040"/>
          </a:xfrm>
          <a:prstGeom prst="rect">
            <a:avLst/>
          </a:prstGeom>
          <a:solidFill>
            <a:srgbClr val="EFF9FC"/>
          </a:solidFill>
          <a:ln w="6350">
            <a:solidFill>
              <a:srgbClr val="EFF9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07008" y="133502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13350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0078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29968" y="17007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06654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29968" y="206654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인적사항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43230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29968" y="24323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79806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29968" y="2798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16382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29968" y="31638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1638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52958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29968" y="35295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52958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89534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029968" y="389534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8953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26110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029968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42611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" y="462686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2029968" y="46268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499262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2029968" y="49926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 요약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5358384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029968" y="5358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중·고교 행정실 직원 현황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5870448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6 ~ 9는 전형 4단계에 해당함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 : 인건비 국고 지원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국고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직원 인적사항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직원 인적사항 (2026. 9. 1. 기준)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(단위 : 명)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868680"/>
                <a:gridCol w="640080"/>
                <a:gridCol w="1005840"/>
                <a:gridCol w="914400"/>
                <a:gridCol w="306324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근무경력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담당업무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713232">
                <a:tc row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행정6급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행정실장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직무대리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2000-04-01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26년 5개월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행정실 업무 총괄 및 인사업무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행정7급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행정계장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2002-03-01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24년 6개월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학교회계 예산·지출 및 급여업무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행정7급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2012-05-09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14년 3개월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시설공사·용역 및 기자재 계약 업무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행정8급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2020-02-26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06년 6개월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물품관리(학교급식 등)·보안 및 교직원 지원업무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기술7급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시설팀장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1994-12-01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31년 9개월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시설관리 및 시설물 유지관리 총괄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681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성명은 개인정보 보호를 위해 「홍길동」으로 표기함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11.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별첨. 중·고교 행정실 직원 현황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[ 1 / 2 ]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직원 정원 / 현원 (인건비 국고 지원)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(2026. 9. 1. 기준, 단위 : 명)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30352"/>
                <a:gridCol w="420624"/>
                <a:gridCol w="420624"/>
                <a:gridCol w="420624"/>
                <a:gridCol w="420624"/>
                <a:gridCol w="420624"/>
                <a:gridCol w="868680"/>
                <a:gridCol w="420624"/>
                <a:gridCol w="420624"/>
                <a:gridCol w="438912"/>
                <a:gridCol w="438912"/>
                <a:gridCol w="1956816"/>
              </a:tblGrid>
              <a:tr h="365760">
                <a:tc rowSpan="2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10896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인하부고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인하부중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(27학급)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3개교 중 정석고만 결원 3명이 발생한 상태임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별첨. 중·고교 행정실 직원 현황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[ 2 / 2 ]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중·고교 직원 현황 (정규직 · 계약직)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(2026. 9. 1. 기준, 단위 : 명)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457200"/>
                <a:gridCol w="658368"/>
                <a:gridCol w="914400"/>
                <a:gridCol w="731520"/>
                <a:gridCol w="658368"/>
                <a:gridCol w="457200"/>
                <a:gridCol w="914400"/>
                <a:gridCol w="365760"/>
                <a:gridCol w="384048"/>
                <a:gridCol w="1371600"/>
                <a:gridCol w="448056"/>
              </a:tblGrid>
              <a:tr h="237744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8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정규직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19456">
                <a:tc gridSpan="2" vMerge="1">
                  <a:tcPr/>
                </a:tc>
                <a:tc vMerge="1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219456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인하부고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행정실 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교무실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배구코치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(행정실장)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홍길동(7급)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홍길동(7급)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인하부중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(27학급)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행정실 1  교무실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영양사 1  배구코치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교육복지사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(행정실장)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홍길동(7급)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홍길동(7급)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결원대체 2  행정실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교무실 1  영양사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핸드볼코치 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(행정실장 직무대리)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홍길동(7급)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74320"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성명은 개인정보 보호를 위해 「홍길동」으로 표기함 / 정규직 정원 17명 대비 현원 14명, 결원 3명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2026-09-03T04:24:52Z</dcterms:created>
  <dcterms:modified xsi:type="dcterms:W3CDTF">2026-09-03T04:24:52Z</dcterms:modified>
</cp:coreProperties>
</file>