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엠블럼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4023360" y="1371600"/>
            <a:ext cx="4114800" cy="4114800"/>
          </a:xfrm>
          <a:prstGeom prst="rect">
            <a:avLst/>
          </a:prstGeom>
        </p:spPr>
      </p:pic>
      <p:pic>
        <p:nvPicPr>
          <p:cNvPr id="3" name="Image 1" descr="정석항공과학고등학교 교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57200"/>
            <a:ext cx="1133856" cy="4846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14400" y="173736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(24학급)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1488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4600" dirty="0"/>
          </a:p>
        </p:txBody>
      </p:sp>
      <p:sp>
        <p:nvSpPr>
          <p:cNvPr id="6" name="Shape 2"/>
          <p:cNvSpPr/>
          <p:nvPr/>
        </p:nvSpPr>
        <p:spPr>
          <a:xfrm>
            <a:off x="914400" y="4224528"/>
            <a:ext cx="4892040" cy="51206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914400" y="4224528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61188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30936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66928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50592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450592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450592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4256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334256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334256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127248"/>
            <a:ext cx="5285232" cy="1225296"/>
          </a:xfrm>
          <a:prstGeom prst="roundRect">
            <a:avLst>
              <a:gd name="adj" fmla="val 522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77824" y="33101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3877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852928" y="334670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535424"/>
            <a:ext cx="5285232" cy="1005840"/>
          </a:xfrm>
          <a:prstGeom prst="roundRect">
            <a:avLst>
              <a:gd name="adj" fmla="val 6364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7824" y="46451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938528" y="464515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1572768"/>
            <a:ext cx="5285232" cy="3968496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675120" y="18288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6675120" y="292608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7512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50608" y="2395728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675120" y="449884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7512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150608" y="3968496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5779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64208"/>
          <a:ext cx="10844784" cy="914400"/>
        </p:xfrm>
        <a:graphic>
          <a:graphicData uri="http://schemas.openxmlformats.org/drawingml/2006/table">
            <a:tbl>
              <a:tblPr/>
              <a:tblGrid>
                <a:gridCol w="1133856"/>
                <a:gridCol w="658368"/>
                <a:gridCol w="548640"/>
                <a:gridCol w="548640"/>
                <a:gridCol w="548640"/>
                <a:gridCol w="548640"/>
                <a:gridCol w="1060704"/>
                <a:gridCol w="548640"/>
                <a:gridCol w="694944"/>
                <a:gridCol w="603504"/>
                <a:gridCol w="694944"/>
                <a:gridCol w="822960"/>
                <a:gridCol w="2432304"/>
              </a:tblGrid>
              <a:tr h="347472">
                <a:tc rowSpan="3"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채용(안)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65836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" y="41148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5836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836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285292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5292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85292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04748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04748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04748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724204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24204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24204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943660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43660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43660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5400000">
            <a:off x="2569464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0" name="Shape 8"/>
          <p:cNvSpPr/>
          <p:nvPr/>
        </p:nvSpPr>
        <p:spPr>
          <a:xfrm>
            <a:off x="2843784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3592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93592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71800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35224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 rot="5400000">
            <a:off x="4846320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0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70448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7044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 rot="5400000">
            <a:off x="7123176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2" name="Shape 20"/>
          <p:cNvSpPr/>
          <p:nvPr/>
        </p:nvSpPr>
        <p:spPr>
          <a:xfrm>
            <a:off x="7397496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47304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47304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88936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 rot="5400000">
            <a:off x="9400032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8" name="Shape 26"/>
          <p:cNvSpPr/>
          <p:nvPr/>
        </p:nvSpPr>
        <p:spPr>
          <a:xfrm>
            <a:off x="9674352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424160" y="22860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42416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802368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765792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66928" y="5230368"/>
            <a:ext cx="11027664" cy="896112"/>
          </a:xfrm>
          <a:prstGeom prst="roundRect">
            <a:avLst>
              <a:gd name="adj" fmla="val 7143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41248" y="5230368"/>
            <a:ext cx="10479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5400000">
            <a:off x="2569464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9" name="Shape 7"/>
          <p:cNvSpPr/>
          <p:nvPr/>
        </p:nvSpPr>
        <p:spPr>
          <a:xfrm>
            <a:off x="2843784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93592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93592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53512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35224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846320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0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70448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70448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2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rot="5400000">
            <a:off x="7123176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7397496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47304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147304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507224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653528" y="35661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 rot="5400000">
            <a:off x="9400032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7" name="Shape 25"/>
          <p:cNvSpPr/>
          <p:nvPr/>
        </p:nvSpPr>
        <p:spPr>
          <a:xfrm>
            <a:off x="9674352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424160" y="20299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42416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65792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0467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48716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5906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49681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7930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01  APPLICATION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493776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828800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932688" y="244144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88720" y="2340864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300984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88720" y="320040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4370832"/>
            <a:ext cx="4937760" cy="1170432"/>
          </a:xfrm>
          <a:prstGeom prst="roundRect">
            <a:avLst>
              <a:gd name="adj" fmla="val 546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553712"/>
            <a:ext cx="4242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901184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888736" y="1572768"/>
            <a:ext cx="5705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888736" y="2048256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2267712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2648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2103120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88736" y="3017520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3236976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3236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3072384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88736" y="3986784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4206240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2648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041648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88736" y="4956048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5175504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26480" y="5175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675120" y="5010912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02  DOCUMENT SCREENING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33488" y="1517904"/>
            <a:ext cx="4261104" cy="3383280"/>
          </a:xfrm>
          <a:prstGeom prst="roundRect">
            <a:avLst>
              <a:gd name="adj" fmla="val 18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62672" y="1810512"/>
            <a:ext cx="3602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680960" y="2944368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936992" y="270662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680960" y="3639312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936992" y="340156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4334256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936992" y="409651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75504"/>
            <a:ext cx="11027664" cy="749808"/>
          </a:xfrm>
          <a:prstGeom prst="roundRect">
            <a:avLst>
              <a:gd name="adj" fmla="val 853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66928" y="517550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03  INTERVIEW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33488" y="1517904"/>
            <a:ext cx="4261104" cy="4407408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62672" y="177393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8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836408" y="2121408"/>
          <a:ext cx="3255264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8"/>
          <p:cNvSpPr/>
          <p:nvPr/>
        </p:nvSpPr>
        <p:spPr>
          <a:xfrm>
            <a:off x="7790688" y="4306824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19872" y="4224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952804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790688" y="469087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CADCF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119872" y="4608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9528048" y="46085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607808" y="5102352"/>
            <a:ext cx="3712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07808" y="5449824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 최종합격 예정자 선정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04  VERIFICATION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8132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검증내용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4114800" cy="2286000"/>
          </a:xfrm>
          <a:prstGeom prst="roundRect">
            <a:avLst>
              <a:gd name="adj" fmla="val 28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96112" y="226771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79806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38528" y="2798064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1129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38528" y="3511296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102352" y="1956816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02352" y="2414016"/>
          <a:ext cx="6492240" cy="914400"/>
        </p:xfrm>
        <a:graphic>
          <a:graphicData uri="http://schemas.openxmlformats.org/drawingml/2006/table">
            <a:tbl>
              <a:tblPr/>
              <a:tblGrid>
                <a:gridCol w="2231136"/>
                <a:gridCol w="2194560"/>
                <a:gridCol w="20665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66928" y="4681728"/>
            <a:ext cx="11027664" cy="1170432"/>
          </a:xfrm>
          <a:prstGeom prst="roundRect">
            <a:avLst>
              <a:gd name="adj" fmla="val 5469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32688" y="4681728"/>
            <a:ext cx="1371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48716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48716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50468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50468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52220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2220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52544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81728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1728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67344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67344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85632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4882896"/>
            <a:ext cx="11027664" cy="877824"/>
          </a:xfrm>
          <a:prstGeom prst="roundRect">
            <a:avLst>
              <a:gd name="adj" fmla="val 72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66928" y="4882896"/>
            <a:ext cx="110276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743200"/>
            <a:ext cx="4754880" cy="4754880"/>
          </a:xfrm>
          <a:prstGeom prst="ellipse">
            <a:avLst/>
          </a:prstGeom>
          <a:solidFill>
            <a:srgbClr val="141B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32688" y="786384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3716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· 기술·관리운영직(9급) 1명 공개채용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92424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0168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43416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26110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92424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392424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392424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0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43416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043416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043416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2026-08-31T02:18:05Z</dcterms:created>
  <dcterms:modified xsi:type="dcterms:W3CDTF">2026-08-31T02:18:05Z</dcterms:modified>
</cp:coreProperties>
</file>