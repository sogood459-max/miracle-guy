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4000"/>
          </a:blip>
          <a:stretch>
            <a:fillRect/>
          </a:stretch>
        </p:blipFill>
        <p:spPr>
          <a:xfrm>
            <a:off x="4023360" y="1371600"/>
            <a:ext cx="4114800" cy="411480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2026-08-31T03:41:40Z</dcterms:created>
  <dcterms:modified xsi:type="dcterms:W3CDTF">2026-08-31T03:41:40Z</dcterms:modified>
</cp:coreProperties>
</file>